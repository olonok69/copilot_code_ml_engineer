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COURSE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GitHub Copilot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the same methodology, </a:t>
            </a:r>
            <a:r>
              <a:rPr sz="2600" b="1">
                <a:solidFill>
                  <a:srgbClr val="E8EAED"/>
                </a:solidFill>
                <a:latin typeface="Segoe UI"/>
              </a:rPr>
              <a:t>five surfaces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Copilot: surfaces · CLI &amp; billing · instructions · permissions · context &amp; caching · MCP · skills · agents · hooks · automation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methodology (tool-agnostic): gated flow · CodeGraph / Serena / GSD · transfer from Claude Code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The ticket knowledge graph, built with graphify: pipeline, skills kg / kg-refresh, and the real graph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Course volume 3 (after Claude Code and Cursor; Pi in parallel). Copilot facts verified against docs.github.com and code.visualstudio.com on 2026-10-17.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course, three parts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 1 · GitHub Copilot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1284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§00  Surfaces map + feature matrix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53288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5117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§01  Install · auth · copilot -p · models · billing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7121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95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§02  Memory &amp; instructions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20954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2278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§03  Permissions, trust, sandbox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54787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56616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§04  Sessions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0448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§05  Context window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2452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424281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§06  Prompt caching (honest answer)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" y="456285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58114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§07  MCP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90118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91947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§08  Skills &amp; plugins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239512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57800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§09  Custom agents &amp; subagents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57784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59612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§10  Hooks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91616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93445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§11  Automation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 2 · The methodology (tool-agnostic)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19456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221284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§12  The 11-stage flow + five-check gate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17920" y="253288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46520" y="255117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§13  The method's tools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2871216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889504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§14  Transfer: from Claude Code to Copilot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209544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46520" y="3227832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§15  Ops: machine-sync + S3 record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17920" y="379476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 3 · The ticket graph (graphify)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17920" y="4206240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46520" y="4224528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§16  Pipeline · kg / kg-refresh under Copilot · the real graph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544568"/>
            <a:ext cx="5349240" cy="2834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46520" y="4562856"/>
            <a:ext cx="5029200" cy="2468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Appendix  Claude Code → Cursor → Copilot · Sources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GitHub Copilot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One brand, five surfaces, two VS Code engines — know which one you are talking to.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§00 · Surfaces map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§01 · Install, auth, models, billing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§02–§03 · Instructions, permissions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§04–§06 · Sessions, context, caching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§07–§09 · MCP, skills, 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§10–§11 · Hooks, automation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“Copilot” is five different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CLI — copilot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Terminal agent, npm @github/copilot, GA 2026-02-25. NOT the retired `gh copilot` extension.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VS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VS Code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harnesses: Copilot (same runtime as the CLI), Local (classic agent mode), plus Claude, Codex and a Cloud target.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0896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10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28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JB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55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JetBrains agent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6616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mode + MCP supported. Skills, custom agents, instructions, prompt files: Preview.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0896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10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28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55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cloud agent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6616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Formerly “coding agent”. Issue / prompt / API → ephemeral Actions sandbox → draft PR.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38912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5902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6085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354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code review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4632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PR reviewer on github.com and in IDEs; can be requested automatically via rulesets.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38912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5902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6085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5354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Also: github.com + app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84632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Chat, Agents page (github.com/copilot/agents), Spaces; desktop Copilot app (`copilot app`).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Before any “Copilot can / can't” claim, ask: which surface, and which harness?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VS Code has two Copilot engines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783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COPILOT HARNESS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78308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LOCAL HARNESS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402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Runtime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402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Copilot SDK — same as the CLI (Agent Host)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402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Classic agent mode (extension host)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74320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78892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 shared with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78892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~/.copilot, .mcp.json, skills, agents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78892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chat.* settings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9184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33756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33756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CLI schema: .github/hooks, camelCase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33756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Own schema: PascalCase, hookSpecificOutput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8404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8862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8862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.mcp.json (mcpServers) + forwarded .vscode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8862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.vscode/mcp.json (servers + inputs)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38912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43484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Prompt files / handoffs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43484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✗  (convert to skills)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43484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✓  only here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93776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498348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Nested AGENTS.md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06240" y="49834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root + cwd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0" y="498348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chat.useNestedAgentsMdFiles (off)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Pick the harness in the Session Target control — then read the docs for THAT harness.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§00 · SURFACES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Feature × surface 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28895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AA2C7"/>
                </a:solidFill>
                <a:latin typeface="Segoe UI"/>
              </a:rPr>
              <a:t>Feature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3931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9204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519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Local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4380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1695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JetBrains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4283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Cloud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195560" y="1783080"/>
            <a:ext cx="1289304" cy="38404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68712" y="180136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Code review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2203704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2199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AGENTS.md / copilot-instructions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3931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9204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6519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9107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4380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1695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86968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94283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195560" y="220370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68712" y="222199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2624328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264261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.instructions.md (applyTo)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6616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3931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9204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6519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9107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4380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1695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86968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4283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95560" y="262432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268712" y="264261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" y="3044952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13232" y="3063240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Prompt files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63931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9204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96519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9107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4380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1695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86968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94283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195560" y="3044952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10268712" y="3063240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✗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3465576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3483864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56616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63931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9204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6519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9107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4380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1695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86968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94283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95560" y="3465576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268712" y="3483864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40080" y="3886200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13232" y="3904488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Custom agents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56616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63931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9204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96519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9107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4380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1695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86968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4283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1" name="Rectangle 90"/>
          <p:cNvSpPr/>
          <p:nvPr/>
        </p:nvSpPr>
        <p:spPr>
          <a:xfrm>
            <a:off x="10195560" y="3886200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0268712" y="3904488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40080" y="4306824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13232" y="4325112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56616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63931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9204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6519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9107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✓*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4380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1695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886968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894283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10195560" y="4306824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268712" y="4325112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40080" y="4727448"/>
            <a:ext cx="28895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13232" y="4745736"/>
            <a:ext cx="27432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MCP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56616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63931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489204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496519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21792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29107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54380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61695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86968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94283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✓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10195560" y="4727448"/>
            <a:ext cx="1289304" cy="38404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10268712" y="4745736"/>
            <a:ext cx="11430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7AA2C7"/>
                </a:solidFill>
                <a:latin typeface="Segoe UI"/>
              </a:rPr>
              <a:t>~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640080" y="5257800"/>
            <a:ext cx="10927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~ </a:t>
            </a:r>
            <a:r>
              <a:rPr sz="1050" b="0">
                <a:solidFill>
                  <a:srgbClr val="9AA4B2"/>
                </a:solidFill>
                <a:latin typeface="Segoe UI"/>
              </a:rPr>
              <a:t>Preview / partial (JetBrains: Preview; code review: read-only MCP tools). </a:t>
            </a:r>
            <a:r>
              <a:rPr sz="1100" b="1">
                <a:solidFill>
                  <a:srgbClr val="D97757"/>
                </a:solidFill>
                <a:latin typeface="Segoe UI"/>
              </a:rPr>
              <a:t>* </a:t>
            </a:r>
            <a:r>
              <a:rPr sz="1050" b="0">
                <a:solidFill>
                  <a:srgbClr val="9AA4B2"/>
                </a:solidFill>
                <a:latin typeface="Segoe UI"/>
              </a:rPr>
              <a:t>different hook schema. </a:t>
            </a:r>
            <a:r>
              <a:rPr sz="1100" b="1">
                <a:solidFill>
                  <a:srgbClr val="66707E"/>
                </a:solidFill>
                <a:latin typeface="Segoe UI"/>
              </a:rPr>
              <a:t>— </a:t>
            </a:r>
            <a:r>
              <a:rPr sz="1050" b="0">
                <a:solidFill>
                  <a:srgbClr val="9AA4B2"/>
                </a:solidFill>
                <a:latin typeface="Segoe UI"/>
              </a:rPr>
              <a:t>NOT DOCUMENTED.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Full matrix with sources: docs/research/COPILOT_FINDINGS_2026-10-17.md.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§01 · INSTALL AND AUTH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Install, log in, start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Install (pick one)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02920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npm install -g @github/copilot   # Node 22+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brew install --cask copilot-cli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winget install GitHub.Copilot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curl -fsSL https://gh.io/copilot-install | bash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auto-update on; COPILOT_AUTO_UPDATE=false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00784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0195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59152"/>
            <a:ext cx="46634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copilot login  (or /login): --web-flow, --device-code, --with-token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Env precedence: COPILOT_GITHUB_TOKEN &gt; GH_TOKEN &gt; GITHUB_TOKEN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PAT = fine-grained, user-owned, “Copilot Requests” permission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Actions: permissions copilot-requests: write + org policy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206240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First run in a repo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709160"/>
            <a:ext cx="104698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your-project &amp;&amp; copilot      # trust-folder prompt on first launch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init                     # writes .github/copilot-instructions.md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CLI is `copilot`. If a tutorial says `gh copilot suggest`, it is the retired extension.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§01 · HEADLESS, MODELS, BILLING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copilot -p, models, and AI Credits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6400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Headless (scripts / CI)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6400800" cy="2240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9436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"Explain ./complex.ts" -s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--allow-tool='shell(git:*)' \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--deny-tool='shell(git push)' --no-ask-user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--output-format=json   # JSONL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--trust-folder         # repo hooks/MCP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copilot -p '…' --max-ai-credits=5     # soft cap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69480" y="1700784"/>
            <a:ext cx="4297680" cy="2560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1901952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Models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359152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CLI default: claude-sonnet-5.5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--model / COPILOT_MODEL / /model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auto: Copilot picks (10% discount on paid)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--effort low…max · 1M ctx: VS Code + CLI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0927080" cy="1234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Billing: GitHub AI Credits since 2026-06-01 (1 credit = $0.01)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932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Pro 1,500 · Pro+ 7,000 · Max 20,000 credits/month; cost = tokens incl. cached-input and cache-write. Completions free. “Premium requests” are LEGACY.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Any slide quoting “300 premium requests” is out of date (legacy annual plans only).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two-level pattern, in Copilot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Level 1 — always loaded (small)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at the root — the one file every surface reads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Optional small .github/copilot-instructions.md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.github/instructions/*.instructions.md with applyTo globs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One-line POINTERS to everything else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Level 2 — on demand (the detail)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living state per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· SHARP_EDGES.md · TEST_MAP.md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self-contained ledgers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@path imports (CLI) only for what MUST be eager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5488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Tier 0 (machine-local): </a:t>
            </a:r>
            <a:r>
              <a:rPr sz="1200" b="0">
                <a:solidFill>
                  <a:srgbClr val="9AA4B2"/>
                </a:solidFill>
                <a:latin typeface="Segoe UI"/>
              </a:rPr>
              <a:t>IDENTITY.md, gitignored — or ~/.copilot/copilot-instructions.md for personal, machine-only instructions. The CLI does NOT read ~/.claude/CLAUDE.md.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cut as in Claude Code and Cursor: pointers, not copies.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§02 · MEMORY AND INSTRUCTIONS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What loads where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7452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CLI merges everything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7452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CLAUDE.md, GEMINI.md, AGENTS.md, .instructions.md, .claude/rules, copilot-instructions — at git root AND cwd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6888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6888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1460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Nested AGENTS.md differs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1460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CLI: root + cwd only · cloud agent: nearest wins · VS Code Local: setting, off by default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0896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0896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5468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Per-folder rules → applyTo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5468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Safe pattern: .instructions.md with applyTo "subdir/**" (+ excludeAgent: code-review | cloud-agent)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4904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4904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9476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Prompt files are Local-only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9476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.github/prompts/*.prompt.md: VS Code Local, VS, JetBrains. CLI: use skills instead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891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8912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348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Copilot Memory ≠ your ledger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348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Cloud, preview, 28-day expiry. VS Code /memories and CLI /chronicle are other systems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Memory features are a complement; data/changes/ + AGENTS.md stay the source of truth.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§03 · PERMISSIONS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Allow, deny — and deny wins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Pattern syntax: Kind(argument)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760720" cy="22860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303520" cy="1965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--allow-tool='shell(git:*)'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--deny-tool='shell(git push)'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--deny-tool='shell(gh pr)'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--allow-tool='write(src/*.ts)'  --deny-tool='read(.env)'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--allow-tool='MyMCP(tool)'      --allow-url=github.com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deny beats allow — even with --yolo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700784"/>
            <a:ext cx="4937760" cy="26060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190195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Where it persists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359152"/>
            <a:ext cx="44348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Flags: never persisted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Saved approvals: ~/.copilot/permissions-config.json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NO repo-level allow/deny list in the CLI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permissions.* rules: managed / MDM settings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disableBypassPermissionsMode blocks --yolo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1772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Consequence: </a:t>
            </a:r>
            <a:r>
              <a:rPr sz="1200" b="0">
                <a:solidFill>
                  <a:srgbClr val="E8EAED"/>
                </a:solidFill>
                <a:latin typeface="Segoe UI"/>
              </a:rPr>
              <a:t>a team-wide “never push” rule that lives in the repo must be a HOOK (§10). In VS Code a false terminal auto-approve rule only asks — it does not block; the docs point to a PreToolUse deny hook for that too.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Allowlists decide what runs without asking; only a hook can veto by content.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§03 · TRUST AND SANDBOX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Trusted folders, sandbox, cloud guardrails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Trusted folders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Prompt on first launch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Gates repo hooks, workspace MCP, plugins, repo model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-p in an untrusted folder SKIPS them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→ --trust-folder (one run) or GITHUB_COPILOT_PROMPT_MODE_* env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Local sandbox (GA 2026-10-07)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/sandbox enable · --sandbox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Seatbelt / Bubblewrap / ProcessContainer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network allow/block hosts, deniedPaths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credential masking per host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Not repo-overridable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1828800"/>
            <a:ext cx="3520440" cy="3611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20299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Cloud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487168"/>
            <a:ext cx="301752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All tools pre-approved; hook “ask” = deny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Pushes only to its copilot/ branch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Cannot mark ready, approve or merge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Firewall in repo settings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Humans approve workflow runs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CI the trust prompt cannot appear — so your repo hook silently does not load.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§04 · SESSIONS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Sessions: resume, fork, rewind, delegate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745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Resume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74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copilot --continue · --resume[=ID|name] · /resume — every -p run prints its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745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40487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Fork /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40487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/fork (works while running) · -n NAME · /rename · /worktree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40487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3522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Roll back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93522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/rewind (/undo): conversation only, or conversation + files — git not required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93522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6557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Checkpoints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46557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One per compaction (/session checkpoints) — a SUMMARY, not a file snapshot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6557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959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Share / steer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11880" y="39959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/share (link, file, html, gist) · /remote on — steer from web, mobile, VS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49840" y="39959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 off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/delegate or a leading &amp; → cloud agent, branch + draft PR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CLI→cloud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01091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05663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11880" y="505663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Checkpoints, fork from checkpoint, Session Target picks harness or Cloud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49840" y="505663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IDE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compaction checkpoint is a summary; only /rewind with files restores your tree.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§05 ·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the resource that governs everything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Hidden — always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fixed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Custom instructions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AGENTS.md + instructions — you control this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you decide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+ MCP tools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Tool schemas; deferred tool search helps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per server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Messages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Files read, tool output… grows every turn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grows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Free space + buffer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Auto-compaction starts ≈80%, pauses ≈95%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watch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The controls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/context       # breakdown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/compact [focus]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/usage         # tokens, credits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&gt;20 KiB tool output → temp file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COPILOT_LARGE_OUTPUT_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THRESHOLD_BYTES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VS Code: </a:t>
            </a:r>
            <a:r>
              <a:rPr sz="1200" b="0">
                <a:solidFill>
                  <a:srgbClr val="9AA4B2"/>
                </a:solidFill>
                <a:latin typeface="Segoe UI"/>
              </a:rPr>
              <a:t>the context-window control in the chat input shows tokens, breakdown and AI credits; #codebase runs a search, it does not dump the repo. Exact default window per model: NOT DOCUMENTED in one table.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Compactions cannot be undone — compact on purpose, with a focus.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§05 · CONTEXT WINDOW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hygiene: maximum signal per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Small, stable instructions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If you can delete it without the agent going wrong, delete it. Pointers, not copies.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Rare material → 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Skills load on demand by description; instructions load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in moderation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Fewer servers, disabledMcpServers, deferTools: "auto" for big tool sets.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for research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Separate context windows: noise dies outside, the summary returns.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implement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/plan first (enforced at the tool layer), then implement.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New session per task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Don't drag an unrelated transcript; /compact with a focus when you must.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Part 2's tool prevalence is, at bottom, context policy.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§06 · PROMPT CACHING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the honest answer — no knob, real bill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562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 cache_control / TTL setting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Does not exist in CLI, VS Code or cloud agent — NOT DOCUMENTED anywhere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1401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5973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Caching happens and is billed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5973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Pricing tables charge cached-input and cache-write tokens per model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17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VS Code Cache Explorer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Diagnose only: per-turn hit %, reused tokens, first divergence in the prompt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2102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21024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667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Keep the prefix stable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66674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Choose model/effort/tools first; don't edit instructions mid-session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2452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24528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27024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Fork, don't restart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7024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Forking preserves the prompt cache; subagents for side research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2803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82803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7375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CLI cache view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87375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None — /usage shows tokens + credits; OTel cache attributes UNVERIFIED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You cannot set the cache; you can stop breaking it. Mechanism demo: examples/prompt-caching/.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§07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One protocol, four config files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CLI user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1828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~/.copilot/mcp-config.json — mcpServers; copilot mcp add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149840" y="18288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user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1343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5915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CLI / Copilot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35915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.mcp.json or .github/mcp.json — mcpServers, needs folder trust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49840" y="235915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4378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88950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 Local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288950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.vscode/mcp.json — servers + inputs[] (${workspaceFolder})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49840" y="288950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7413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1985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Cloud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11880" y="34198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Repo Settings → Copilot → MCP servers (JSON in the UI)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149840" y="34198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0050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shape — `tools` is REQUIRED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315968"/>
            <a:ext cx="10927080" cy="13258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4498848"/>
            <a:ext cx="1046988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"mcpServers":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"codegraph": {"command": "codegraph", "args": ["serve","--path",".","--mcp"], "tools": ["*"]},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"context7":  {"type": "http", "url": "https://mcp.context7.com/mcp", "tools": ["*"]} } }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mcpServers for CLI and cloud, servers for .vscode/mcp.json — the #1 copy-paste bug.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§07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MCP gotchas per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Built-ins in the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github-mcp-server (read-heavy), playwright, fetch, time. Don't configure Playwright twice.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Cloud agent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Tools only (no resources/prompts), no OAuth remotes, secrets as COPILOT_MCP_*. Runs them without approval.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Binaries in the cloud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.github/workflows/copilot-setup-steps.yml, one job copilot-setup-steps, on the default branch.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Uses an MCP tool only if annotations.readOnlyHint: true — and only when the toggle is 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Migrate VS Code → CLI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jq '{mcpServers: .servers}' .vscode/mcp.json &gt; .mcp.json · ${input:} servers aren't forwarded.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Org policy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Enterprise allowlist by fingerprint, fail-closed; private MCP registry available.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Config gives capability; instructions give judgment — a trigger map makes the agent USE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§08 · SKILLS AND PLUGINS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one SKILL.md, most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Where Copilot looks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486400" cy="22402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50292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.github/skills/&lt;name&gt;/SKILL.md   # all surfaces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.claude/skills/  .agents/skills/ # also read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~/.copilot/skills/  ~/.agents/skills/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VS Code ALSO reads ~/.claude/skills/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the CLI does NOT — copy, symlink, or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copilot skill add &lt;dir&gt;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700784"/>
            <a:ext cx="5166360" cy="2560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901952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Frontmatter that survives everywhere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59152"/>
            <a:ext cx="4663440" cy="1783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name = folder name, lowercase-hyphen, ≤64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  (VS Code silently drops a mismatch)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description ≤1024 — drives auto-selection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drop trigger: — not a Copilot key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Invoke: /name, or automatic by description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434840"/>
            <a:ext cx="10927080" cy="1234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6360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Plugins &amp;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93208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copilot plugin install NAME@MARKETPLACE · built-in awesome-copilot · reads .claude-plugin/ · repo-declared via enabledPlugins in .github/copilot/settings.json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The strongest reason for a skill is enforcement: a routine you can call leaves a trace.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§09 · CUSTOM 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Custom agents: .github/agents/*.agent.md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 read-only scout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11680"/>
            <a:ext cx="534924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94560"/>
            <a:ext cx="48920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.github/agents/refactor-scout.agent.md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Read-only blast-radius 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tools: ["read", "search"]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user-invocable: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first, then Serena, then grep…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700784"/>
            <a:ext cx="5349240" cy="2651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901952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to know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59152"/>
            <a:ext cx="484632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The tools list IS the enforcement; prose is not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As a subagent it gets NO repo instructions unless include-custom-instructions: true (CLI)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handoffs[] / agents[]: VS Code Local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CLI: --agent scout, by name, or /fleet … @scout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Also read: ~/.copilot/agents, .claude/agents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0972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CLI built-in 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explore · task · general-purpose · research · rubber-duck · security-review · code-review (their documented default models disagree with the CLI default table — verify on your build)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Ready to copy: examples/subagents/ and docs/ai-agents-code-methodology/copilot/agents/.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§09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Subagent, /fleet, or cloud agent?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5705856" cy="282549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g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96562"/>
            <a:ext cx="5669280" cy="276195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37960" y="1783080"/>
            <a:ext cx="5029200" cy="27889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8424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The three options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441448"/>
            <a:ext cx="45262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Subagent (task tool): own context window, summary returns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/fleet: parallel subagents executing a plan; background agents can be messaged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Cloud agent (/delegate, &amp;): full async session → draft PR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754880"/>
            <a:ext cx="10927080" cy="868680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800600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Limits: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concurrency by plan (Free 2 · Pro 4 · Max 8 · Business 16 · Enterprise 32). Max depth: the reference table says 6, the env-var table says 4 — a documentation contradiction; verify on your build.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so the noise dies outside; cloud agent when the work is long and async.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§10 ·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the deterministic veto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5349240" cy="29718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8424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contract (CLI + cloud agent)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4144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.github/hooks/*.json — {version: 1, hooks: {preToolUse: […]}}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Also read: ~/.copilot/hooks, .claude/settings.json hooks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stdin: {toolName, toolArgs} — toolArgs may be a JSON STRING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Deny: permissionDecision "deny" + reason, or exit 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Crash / other non-zero → fail-CLOSED (preToolUse)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TIMEOUT → fail-OPEN, every event. Keep it fast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.github/hooks/block-external-git.json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27432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2423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{ "version": 1, "hooks": { "preToolUse": [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{ "type": "command",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"matcher": "bash|powershell",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"bash": "./.github/hooks/block-external-git.sh",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"powershell": "./.github/hooks/…ps1",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"timeoutSec": 10 } ] } }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937760"/>
            <a:ext cx="109270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VS Code Local harness: </a:t>
            </a:r>
            <a:r>
              <a:rPr sz="1150" b="0">
                <a:solidFill>
                  <a:srgbClr val="9AA4B2"/>
                </a:solidFill>
                <a:latin typeface="Segoe UI"/>
              </a:rPr>
              <a:t>different schema — PascalCase events, {tool_name, tool_input}, hookSpecificOutput. Code review hooks: NOT DOCUMENTED.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Instructions ask; a hook guarantees — as long as it answers before the timeout.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§10 · HOOKS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portable recipe: block push, PR, merge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One script, both payload shapes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toolArgs.command (parse if string) or tool_input.command; filter on tool name too.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Match the outward commands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 push · gh pr create|merge|ready · gh api …/merge · release · terraform/kubectl/helm.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27248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284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467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2735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Answer twice, exit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84448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permissionDecision deny + hookSpecificOutput — exit 2 is the signal both schemas document.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27248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284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467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2735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Never answer “allow”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84448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No-op = {} — an allow could auto-approve and skip the normal prompt.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25696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626864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64515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572000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Belt and braces in the CLI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882896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--deny-tool='shell(git push)' --deny-tool='shell(gh pr)' (deny beats --yolo).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25696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626864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645152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572000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Test it — with a canary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882896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bash .github/hooks/test-block-external-git.sh: a known-deny case first.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/pr automerge is a first-party slash command — whether it passes preToolUse is UNVERIFIED. Test it.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1 · §11 ·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copilot -p to agents in the cloud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copilot -p in Actions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npm i -g @github/copilot · copilot-requests: write · --trust-folder · minimal --allow-tool.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2880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197510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Agentic Workflows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28600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github/gh-aw — GitHub's recommended path over raw copilot steps (guardrails).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89864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0998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181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4495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Cloud agent API + Automations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35584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POST /agents/repos/{o}/{r}/tasks (preview, user tokens) · schedule/event Automations.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89864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0998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181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4495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 review via rulesets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35584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“Automatically request Copilot code review”; reads instructions from the HEAD branch.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005072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Copilot SDK — @github/copilot-sdk · github-copilot-sdk (pip) · Go · .NET · Java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315968"/>
            <a:ext cx="10927080" cy="12801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98848"/>
            <a:ext cx="10469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client = new CopilotClient();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session = await client.createSession({ model: "auto"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reply = await session.sendAndWait({ prompt: "Review the diff"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// programmatic hooks: onPreToolUse returns permissionDecision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CI, write the allow-list on the command line — the trust prompt will never appear.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methodology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Tool-agnostic: born in Claude Code, ported to Cursor, now running on Copilot.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§12 · The 11-stage flow + five-check gate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§13 · The method's tools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§14 · Transfer: from Claude Code to Copilot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§15 · Ops: machine-sync + shared record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§12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11-stage 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3054096" cy="38770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736" y="1783080"/>
            <a:ext cx="2960208" cy="38404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3886200" y="1783080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931920" y="1819656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31920" y="181965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80136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Orient: kg skill + history-first + status-first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86200" y="2135124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931920" y="2171700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0" y="217170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215341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Inbound triage: is the symptom in the contract?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86200" y="2487168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931920" y="2523744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0" y="252374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80560" y="250545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Regression vs pre-existing (prove it)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86200" y="2839212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931920" y="2875788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31920" y="287578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80560" y="285750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Investigate: cheap deterministic oracle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886200" y="3191256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931920" y="3227832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931920" y="322783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80560" y="320954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/plan → explicit human agreement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886200" y="3543300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31920" y="3579876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31920" y="357987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80560" y="356158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Implement: TDD RED → GREEN, minimal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886200" y="3895344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31920" y="3931920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0" y="3931920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3913632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Verify: outbound gate × 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886200" y="4247388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31920" y="4283964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931920" y="4283964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80560" y="4265676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Document — each fact once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86200" y="4599432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31920" y="4636008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931920" y="4636008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60" y="461772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Sanitise — added lines (sanitise-diff skill)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886200" y="4951476"/>
            <a:ext cx="7680960" cy="310896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931920" y="4988052"/>
            <a:ext cx="384048" cy="237744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931920" y="4988052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480560" y="4969764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Handoff: the human pushes / opens the PR (hook-enforced)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86200" y="5303520"/>
            <a:ext cx="7680960" cy="310896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31920" y="5340096"/>
            <a:ext cx="384048" cy="23774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931920" y="5340096"/>
            <a:ext cx="38404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480560" y="5321808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Bot review + persist lessons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Autonomy is earned decision by decision. Coral = gate: a red gate means STOP, no code.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§12 · THE METHODOLOGY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outbound gate is FIVE checks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2880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6537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0 · Instrument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186537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Run every _diag_/_sweep_ against a KNOWN-ANSWER case first; record it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7744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37744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1401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1 · Real stage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41401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Reproduce through the wrapper that builds the contract, not an inner function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92608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292608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296265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2 · Member list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296265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Assert ids/titles, never a total — two errors can cancel exactly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7472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47472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51129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3 · Deployed image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351129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Re-run inside the runtime image: green tests ≠ what ships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0233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0233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0599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4 · Look at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0" y="40599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Open the rendered output by eye; before/after artifacts for geometry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709160"/>
            <a:ext cx="10927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Five ways a green gate proves nothing: </a:t>
            </a:r>
            <a:r>
              <a:rPr sz="1150" b="0">
                <a:solidFill>
                  <a:srgbClr val="9AA4B2"/>
                </a:solidFill>
                <a:latin typeface="Segoe UI"/>
              </a:rPr>
              <a:t>a broken instrument · a total that matches · a gate that couldn't fail · a canary that never applied the real perturbation · a structural check read as a semantic one.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gate as in Claude Code and Cursor — only the agent running it changes.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Which tool the agent uses, and when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Lives in .github/instructions/01-tool-prevalence.instructions.md: </a:t>
            </a:r>
            <a:r>
              <a:rPr sz="1200" b="1">
                <a:solidFill>
                  <a:srgbClr val="E8EAED"/>
                </a:solidFill>
                <a:latin typeface="Segoe UI"/>
              </a:rPr>
              <a:t>cheap → expensive, deterministic → probabilistic.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40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286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kg skill (ticket graph) · STATUS.md · git · gh (read)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286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752344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79806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Navigate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79806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source + paths + blast radius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79806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call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264408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310128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31012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MANDATORY before rename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310128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776472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822192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822192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Deterministic oracle: parser / validator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822192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no inference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288536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334256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Environment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334256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Cloud CLI, read-only: logs, function config, queues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334256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8006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463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48463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(built into the CLI) against the consumer's endpoint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48463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312664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58384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Only at the end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358384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The agent's turn — to VERIFY the fix, not to diagnose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358384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 + Serena on every Copilot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30266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80136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7AA2C7"/>
                </a:solidFill>
                <a:latin typeface="Segoe UI"/>
              </a:rPr>
              <a:t>Server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70332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7647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CLI + Copilot harness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VS Code Local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15400" y="1783080"/>
            <a:ext cx="2569464" cy="512064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88552" y="180136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D97757"/>
                </a:solidFill>
                <a:latin typeface="Segoe UI"/>
              </a:rPr>
              <a:t>Cloud 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33172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35000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CodeGraph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0332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77647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.mcp.json stdio, --path 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251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.vscode/mcp.json ${workspaceFolder}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15400" y="233172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88552" y="235000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repo MCP settings + setup steps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88036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89864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Serena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0332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7647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uvx … serena start-mcp-server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936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8251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15400" y="288036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88552" y="289864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 as CodeGraph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342900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344728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Playwright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70332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7647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BUILT IN — don't add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0936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8251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add if needed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915400" y="342900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988552" y="344728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default, localhost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977640"/>
            <a:ext cx="30266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95928"/>
            <a:ext cx="28803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E8EAED"/>
                </a:solidFill>
                <a:latin typeface="Segoe UI"/>
              </a:rPr>
              <a:t>Context7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70332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7647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http, tools ["*"]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0936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38251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same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15400" y="3977640"/>
            <a:ext cx="2569464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988552" y="3995928"/>
            <a:ext cx="2423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firewall allow mcp.context7.com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48006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CodeGraph answers “what breaks?”; Serena answers “exactly who calls THIS process()?”  </a:t>
            </a:r>
            <a:r>
              <a:rPr sz="1150" b="0">
                <a:solidFill>
                  <a:srgbClr val="9AA4B2"/>
                </a:solidFill>
                <a:latin typeface="Segoe UI"/>
              </a:rPr>
              <a:t>Whether --path . resolves against the session cwd is UNVERIFIED — launch from the repo root or pin an absolute path in ~/.copilot/mcp-config.json.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Treat codegraph_explore output as already read; never rename without Serena's check.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§13 · METHOD TOOLS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Claude Code only — the Copilot substitutes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What GSD 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Code plugin: phased project management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 subagents: planner, checker, executor, 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Versioned state in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first-party Copilot equivalent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Nearest Copilot pieces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/plan, --plan, Shift+Tab — enforced at the tool layer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--plan --mode autopilot · /fleet for waves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Role custom agents (planner/executor/verifier)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agentStop decision: block = “verify before stop”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Spec Kit (github/spec-kit) — third-party-confirmed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State stays in data/changes/ ledgers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Same method, without the plugin: plan mode + role agents + your own ledgers.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§14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Claude Code to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Travels UNCHANGED (the 5 rules)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agree → implement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Verify on the CONSUMER's contract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Solve the general class, not one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Durable trail: why, what, how verified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The human owns the external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What changes: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CLAUDE.md → AGENTS.md + .instructions.md (CLI reads CLAUDE.md too)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~/.claude/skills → .github/skills (CLI gap!)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settings.json allow/deny → flags + hooks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PreToolUse hooks → .github/hooks preToolUse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 Teams → /fleet + cloud 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claude -p → copilot -p --trust-folder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Starter kit: docs/ai-agents-code-methodology/COPILOT_ADAPTATION.md + copilot/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AGENTS.md, copilot-instructions, instructions/, skills (day, atlassian, evidence, kg, kg-refresh…), hook, read-only agent, .mcp.json, copilot-setup-steps — ready to copy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Third agent, same discipline: the methodology was never the tool.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§14 · TRANSFER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New holes — and how merge stays human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105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105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8562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CLI /pr create | auto | automerge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8562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First-party commands that can merge; hook coverage UNVERIFIED → instructions + 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1401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14016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45973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Code review can APPROVE (preview)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45973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Counts toward required approvals; off by default — keep it off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17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017520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063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Review reads the HEAD branch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063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 PR can rewrite its reviewer's instructions → CODEOWNERS on .github/**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2102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621024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66674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preToolUse deny hook + --deny-tool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66674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Vetoes push/PR/merge by content; deny beats --yolo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2452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224528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27024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Cloud agent structural limits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27024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copilot/ branch only; cannot approve, mark ready or merge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2803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4828032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87375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disableBypassPermissionsMode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12080" y="487375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Managed/user setting that blocks --yolo / allow-all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 2025 “no merge by the agent” was a policy. In 2026 it is a hook, a flag and a branch rule.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2 · §15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transporting (tarball) to sharing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Outbound = full copy; inbound = data/ delta only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Carry ~/.copilot deliberately: skills, agents, mcp-config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On the target: bootstrap + target-setup.sh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Re-pin the CodeGraph --path in .mcp.json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Day to day: S3-backed record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Scope grows in reviewed phases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Write via sync; read via READ-ONLY mount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Dry-run by default; guard BOTH directions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ONE publisher; “derived” is per file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Agent-specific: the machine has a role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IDENTITY.md (gitignored) declares publisher | contributor; AGENTS.md points to it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day skill = start/end routine; optional sessionStart prompt hook runs /day start (CLI)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A rule in a runbook decays silently; a routine you call leaves a trace.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 full case built with graphify — project memory, queryable from Copilot.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§16a · Problem and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§16b · The real graph, visualized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§16c · Usage under Copilot (kg / kg-refresh)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Appendix · Equivalences and 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§16A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problem, and the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402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Hundreds of writeups, sharp edges, runbooks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A “new” bug almost always has prior context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Finding it by hand = remembering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The graph makes it explicit, in 1 call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4650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(kg-refresh skill)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5740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24028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→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→ scratch OUTSIDE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semantic extraction: the agent step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  (CLI subagents: task / /fleet)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51960"/>
            <a:ext cx="10927080" cy="13258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graphify, not CodeGraph:  </a:t>
            </a:r>
            <a:r>
              <a:rPr sz="1150" b="0">
                <a:solidFill>
                  <a:srgbClr val="E8EAED"/>
                </a:solidFill>
                <a:latin typeface="Segoe UI"/>
              </a:rPr>
              <a:t>same role (a queryable graph before touching anything), different domain — tickets, not code.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The gotcha: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honors .gitignore and data/ is ignored → stage the corpus outside the repo, copy artifacts back. The bookends are deterministic and tested.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Every staged file keeps its provenance in its name — every node traces to a source.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§16B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The real graph: 507 nodes, 35 communities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The real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507 nodes · 672 edges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35 communities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92% EXTRACTED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7% INFERRED (0.7)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116 files, ~196k words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Sanitised screenshot.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The real graph ships sanitised: TKT-1xx tickets, ClientB…ClientV pseudonyms.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 3 · §16C · TICKET GRAPH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Using it from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Query: ZERO LLM (reads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&lt;ticket|topic&gt;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or just: /kg explain &lt;topic&gt;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057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Where it hooks 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Stage 1 (Orient) of the flow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00-methodology-core.instructions.md: kg BEFORE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Points to WHAT to read; doesn't replace reading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40"/>
            <a:ext cx="10927080" cy="16459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1788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kg / kg-refresh under Copilot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36008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Skills in .github/skills/ (repo) or ~/.copilot/skills/ — the CLI won't find ~/.claude/skills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kg-refresh semantic step: CLI subagents (task, /fleet) — or keep running it from Claude Code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00" b="0">
                <a:solidFill>
                  <a:srgbClr val="E8EAED"/>
                </a:solidFill>
                <a:latin typeface="Segoe UI"/>
              </a:rPr>
              <a:t>Publisher-only guard lives in the script, not in the prompt · not for the cloud agent (no corpus)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One semantic step at build time, zero LLM at query time.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APPENDIX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Claude Code → Cursor → Copilot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37360"/>
            <a:ext cx="224942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5564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7AA2C7"/>
                </a:solidFill>
                <a:latin typeface="Segoe UI"/>
              </a:rPr>
              <a:t>Concept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2608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Claude Code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80644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7959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0" y="1737360"/>
            <a:ext cx="2843784" cy="365760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59952" y="17556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D97757"/>
                </a:solidFill>
                <a:latin typeface="Segoe UI"/>
              </a:rPr>
              <a:t>GitHub Copilot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139696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215798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Headless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9923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claude -p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80644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7959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 -p --trust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686800" y="213969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59952" y="215798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copilot -p --trust-folder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2542032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13232" y="256032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Always-on memory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9923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CLAUDE.md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80644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7959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AGENTS.md + rules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686800" y="254203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59952" y="256032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AGENTS.md + instructions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2944368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3232" y="296265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Scoped rules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2608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99923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.claude/rules paths: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0644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7959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.mdc globs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686800" y="294436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59952" y="296265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.instructions.md applyTo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" y="3346704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36499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8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9923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~/.claude/skills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80644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87959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.cursor/skills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0" y="334670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759952" y="33649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.github/skills · ~/.copilot/skills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0080" y="3749040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13232" y="376732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Subagents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92608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9923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.claude/agents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7959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.cursor/agents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686800" y="374904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759952" y="376732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.github/agents/*.agent.md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" y="4151376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13232" y="4169664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Parallel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92608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99923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Agent Teams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7959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Cloud Agents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686800" y="4151376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59952" y="4169664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/fleet · cloud agent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40080" y="4553712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13232" y="457200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92608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9923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settings.json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80644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87959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.cursor/hooks.json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686800" y="4553712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8759952" y="4572000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.github/hooks/*.json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40080" y="4956048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13232" y="4974336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Block a command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92608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99923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exit 2 / deny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80644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87959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permission deny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686800" y="4956048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759952" y="4974336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permissionDecision deny / exit 2</a:t>
            </a:r>
          </a:p>
        </p:txBody>
      </p:sp>
      <p:sp>
        <p:nvSpPr>
          <p:cNvPr id="81" name="Rectangle 80"/>
          <p:cNvSpPr/>
          <p:nvPr/>
        </p:nvSpPr>
        <p:spPr>
          <a:xfrm>
            <a:off x="640080" y="5358384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713232" y="5376672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MCP config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2608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99923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.mcp.json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80644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587959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.cursor/mcp.json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686800" y="5358384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759952" y="537667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.mcp.json · .vscode/mcp.json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40080" y="5760720"/>
            <a:ext cx="224942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13232" y="577900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E8EAED"/>
                </a:solidFill>
                <a:latin typeface="Segoe UI"/>
              </a:rPr>
              <a:t>PR review bot</a:t>
            </a:r>
          </a:p>
        </p:txBody>
      </p:sp>
      <p:sp>
        <p:nvSpPr>
          <p:cNvPr id="91" name="Rectangle 90"/>
          <p:cNvSpPr/>
          <p:nvPr/>
        </p:nvSpPr>
        <p:spPr>
          <a:xfrm>
            <a:off x="292608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99923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66707E"/>
                </a:solidFill>
                <a:latin typeface="Segoe UI"/>
              </a:rPr>
              <a:t>—</a:t>
            </a:r>
          </a:p>
        </p:txBody>
      </p:sp>
      <p:sp>
        <p:nvSpPr>
          <p:cNvPr id="93" name="Rectangle 92"/>
          <p:cNvSpPr/>
          <p:nvPr/>
        </p:nvSpPr>
        <p:spPr>
          <a:xfrm>
            <a:off x="580644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87959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Bugbot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686800" y="5760720"/>
            <a:ext cx="2843784" cy="3657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759952" y="577900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Copilot code review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CLOSE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From assistant to system, on any surface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GitHub Copilot · Course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 1 · the tool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Know the surface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CLI ≠ gh copilot; two VS Code engines; cloud agent; review.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Instructions +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AGENTS.md everywhere; lean, stable prefix; no cache knob.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agents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mcpServers vs servers; name = folder; tools list = enforcement.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Hooks + automation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Deny + exit 2; timeouts fail open; --trust-folder in CI.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 2 + 3 · the method and the graph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11-stage flow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Deterministic gates; five-check outbound gate.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method's tools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oracles; GSD → plan mode + /fleet.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Transferable, enforceable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COPILOT_ADAPTATION.md; human-owns-merge via hook.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The ticket graph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graphify: history-first, zero LLM at query time.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760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66707E"/>
                </a:solidFill>
                <a:latin typeface="Segoe UI"/>
              </a:rPr>
              <a:t>Sources (verified 2026-10-17 — Copilot moves fast, re-check before reuse):  docs.github.com/en/copilot  ·  code.visualstudio.com/docs  ·  github.blog/changelog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